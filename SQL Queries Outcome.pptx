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B3AD-0ECC-4907-9C45-5F62656F2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40C3B-E55B-5E21-4907-448846AF6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61AA3-CE58-A2C5-51C3-A37C8759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725C-E94E-43BB-8DF0-34670B18838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C1312-2FB7-F92A-37AD-7568172D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FCD55-44E0-D806-9F62-9711B8055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22E4-7750-48A2-BA15-BC628B5B9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648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0D4E-8ACE-7C99-B3C3-B493B4AB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CA02D-C231-C789-63AF-7FD87F7B9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4C693-7370-2699-723F-2CE4A6FCD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725C-E94E-43BB-8DF0-34670B18838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482A8-5313-79CE-6BE6-70434F5BF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1E7B5-EBB7-8F09-CCC9-89180F8B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22E4-7750-48A2-BA15-BC628B5B9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221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F4EC-062E-8035-8A4F-0ED492949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A7701-47B0-9A0B-A71D-C61BEEC1D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A7DBE-E329-5B52-343B-BD06C9275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725C-E94E-43BB-8DF0-34670B18838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852C0-EE35-67CA-A104-F5CCA7558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2CC2B-2203-C558-3A91-262FE7F9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22E4-7750-48A2-BA15-BC628B5B9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20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BFC85-DB67-A77C-2D6A-8243CF306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5C54-ED5C-06F1-EE92-2677F95DE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45285-BFF6-DEB3-B82B-504C87CD3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460C2-5C42-C09A-29B1-9295475CC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725C-E94E-43BB-8DF0-34670B18838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64E9A-E9BD-02D3-950A-B409FC61F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0B52F-B15E-9A5A-4E06-AF0BE938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22E4-7750-48A2-BA15-BC628B5B9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358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E377F-A122-B883-C39A-E33766708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F036B-5B1A-A02F-45D5-873E119AB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7559-D4EF-FB79-E544-A2ED9F118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46CFF-D674-6A60-CCB3-5CC89C2C5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D44007-00F9-2D50-B812-62DF999992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575670-1D68-6F0A-47A4-FF4D857A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725C-E94E-43BB-8DF0-34670B18838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DCD84-EC1F-2861-07A7-0649CEA8A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1ECC5B-9A18-FC45-517C-A4219058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22E4-7750-48A2-BA15-BC628B5B9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25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DBD1-3747-53CD-2B1D-849894453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0E48CA-A7DA-EB95-BC03-B4714929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725C-E94E-43BB-8DF0-34670B18838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3D510-4C1B-0F0C-328E-1CC0076DF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DA99F-99BA-56C7-39A6-48609D1A1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22E4-7750-48A2-BA15-BC628B5B9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16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9AFB4C-4C2D-B1E7-667F-E345C164C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725C-E94E-43BB-8DF0-34670B18838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57B264-563A-B8D4-B21A-D80F5096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C98C0-8112-6537-CF21-154BDAA2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22E4-7750-48A2-BA15-BC628B5B9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858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47FF-DFFC-A25F-3695-5E6D5C8DB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BB24C-57D2-FE7E-DFD4-B4FCF3B16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C46A6-8E23-5128-4B28-4A0A4ECE8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96C2-4151-BA0A-D72B-DA0210472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725C-E94E-43BB-8DF0-34670B18838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36DF3-9597-230F-633C-B5315B90B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8C56C-6986-8E1F-C872-3171DE24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22E4-7750-48A2-BA15-BC628B5B9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59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C7264-44C6-EC61-48CB-44E58E13A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528968-2ED0-6D02-39A5-2D71E331B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FB1E5-4955-8CE6-04E8-FC8B04C53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87CDD-DA38-190E-9656-523A80E42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725C-E94E-43BB-8DF0-34670B18838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D1083-2F78-7836-E89A-C213709EC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47C69-C124-96BB-167D-E23ACA35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22E4-7750-48A2-BA15-BC628B5B9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96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154BC-3D28-1317-63D2-79D4E41E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BC8D5-361C-ABB4-A268-755B140BE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D1EFF-F1CE-6D94-8EB8-C9C9B36B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725C-E94E-43BB-8DF0-34670B18838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1DE80-FEA6-2BA9-1D49-AB267DBD5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F0109-5D92-0881-BDA4-0D4A62D61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22E4-7750-48A2-BA15-BC628B5B9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2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F1971-5ED0-C4F4-3A41-847C525E3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2E5AC-951D-D68A-F9F7-90C8F5B42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D1BD5-AC65-7508-0949-154F2242E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725C-E94E-43BB-8DF0-34670B18838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93B5A-648D-2B7E-808A-6DD1E3CA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2928-4552-0128-1EDE-1A040134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22E4-7750-48A2-BA15-BC628B5B9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026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60D66-AD8E-06A3-DE68-56A8E9306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47071-BF33-AAC1-B394-6AADA1541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BEFD7-0D20-3398-C737-008063D75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7725C-E94E-43BB-8DF0-34670B18838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AB67B-F429-F687-8C77-9D86DFD3A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A871B-3B83-6BD5-506A-544C8833C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22E4-7750-48A2-BA15-BC628B5B9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7936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1114">
            <a:extLst>
              <a:ext uri="{FF2B5EF4-FFF2-40B4-BE49-F238E27FC236}">
                <a16:creationId xmlns:a16="http://schemas.microsoft.com/office/drawing/2014/main" id="{895E4365-F573-E08C-CCD2-17BE2F1088D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0"/>
            <a:ext cx="11879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288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1238">
            <a:extLst>
              <a:ext uri="{FF2B5EF4-FFF2-40B4-BE49-F238E27FC236}">
                <a16:creationId xmlns:a16="http://schemas.microsoft.com/office/drawing/2014/main" id="{23A5CC31-9701-A35C-3FDD-2898BA82974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675" y="0"/>
            <a:ext cx="10279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58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1322">
            <a:extLst>
              <a:ext uri="{FF2B5EF4-FFF2-40B4-BE49-F238E27FC236}">
                <a16:creationId xmlns:a16="http://schemas.microsoft.com/office/drawing/2014/main" id="{4392CE5C-652D-BE79-6F81-8570B5DC8C6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75"/>
            <a:ext cx="12192000" cy="304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95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1357">
            <a:extLst>
              <a:ext uri="{FF2B5EF4-FFF2-40B4-BE49-F238E27FC236}">
                <a16:creationId xmlns:a16="http://schemas.microsoft.com/office/drawing/2014/main" id="{3BABA93B-1DE9-96E7-922B-FFD3760442B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2538"/>
            <a:ext cx="1219200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273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65647">
            <a:extLst>
              <a:ext uri="{FF2B5EF4-FFF2-40B4-BE49-F238E27FC236}">
                <a16:creationId xmlns:a16="http://schemas.microsoft.com/office/drawing/2014/main" id="{1F218FF7-8816-F859-8820-84319B522E0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4600"/>
            <a:ext cx="12192000" cy="43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584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65719">
            <a:extLst>
              <a:ext uri="{FF2B5EF4-FFF2-40B4-BE49-F238E27FC236}">
                <a16:creationId xmlns:a16="http://schemas.microsoft.com/office/drawing/2014/main" id="{28FAA41A-1374-6A49-94AC-ADFA94687D3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4088"/>
            <a:ext cx="12192000" cy="494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23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65754">
            <a:extLst>
              <a:ext uri="{FF2B5EF4-FFF2-40B4-BE49-F238E27FC236}">
                <a16:creationId xmlns:a16="http://schemas.microsoft.com/office/drawing/2014/main" id="{2588A07F-4B02-D7DA-7A2C-5ABE059851B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275" y="0"/>
            <a:ext cx="6013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535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65828">
            <a:extLst>
              <a:ext uri="{FF2B5EF4-FFF2-40B4-BE49-F238E27FC236}">
                <a16:creationId xmlns:a16="http://schemas.microsoft.com/office/drawing/2014/main" id="{944FAF76-8654-270C-32F3-BF8180A1BD4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4663"/>
            <a:ext cx="12192000" cy="590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5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0034">
            <a:extLst>
              <a:ext uri="{FF2B5EF4-FFF2-40B4-BE49-F238E27FC236}">
                <a16:creationId xmlns:a16="http://schemas.microsoft.com/office/drawing/2014/main" id="{7661CC9E-C644-C72A-BB24-3E439DDDDCA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425" y="0"/>
            <a:ext cx="97075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474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0129">
            <a:extLst>
              <a:ext uri="{FF2B5EF4-FFF2-40B4-BE49-F238E27FC236}">
                <a16:creationId xmlns:a16="http://schemas.microsoft.com/office/drawing/2014/main" id="{09549B43-485D-4BA9-F507-0BF3287A769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38" y="0"/>
            <a:ext cx="11183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72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0201">
            <a:extLst>
              <a:ext uri="{FF2B5EF4-FFF2-40B4-BE49-F238E27FC236}">
                <a16:creationId xmlns:a16="http://schemas.microsoft.com/office/drawing/2014/main" id="{80A9DC64-9FF3-C1E8-708F-7ED3DB0A43C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188" y="0"/>
            <a:ext cx="6396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41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0241">
            <a:extLst>
              <a:ext uri="{FF2B5EF4-FFF2-40B4-BE49-F238E27FC236}">
                <a16:creationId xmlns:a16="http://schemas.microsoft.com/office/drawing/2014/main" id="{0F676243-3E67-020D-CC7D-D7ADC957207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675" y="0"/>
            <a:ext cx="10279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13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0353">
            <a:extLst>
              <a:ext uri="{FF2B5EF4-FFF2-40B4-BE49-F238E27FC236}">
                <a16:creationId xmlns:a16="http://schemas.microsoft.com/office/drawing/2014/main" id="{88A2A08A-6801-A2B7-C25C-6F81FA309BB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938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0446">
            <a:extLst>
              <a:ext uri="{FF2B5EF4-FFF2-40B4-BE49-F238E27FC236}">
                <a16:creationId xmlns:a16="http://schemas.microsoft.com/office/drawing/2014/main" id="{ABDA7411-1B90-98A4-75AE-0DA734E4AF6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338" y="0"/>
            <a:ext cx="95837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07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0520">
            <a:extLst>
              <a:ext uri="{FF2B5EF4-FFF2-40B4-BE49-F238E27FC236}">
                <a16:creationId xmlns:a16="http://schemas.microsoft.com/office/drawing/2014/main" id="{D30EB4FC-09DC-BFFD-02A8-FA0BF908936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50" y="0"/>
            <a:ext cx="10831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51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0546">
            <a:extLst>
              <a:ext uri="{FF2B5EF4-FFF2-40B4-BE49-F238E27FC236}">
                <a16:creationId xmlns:a16="http://schemas.microsoft.com/office/drawing/2014/main" id="{AA036B11-C9C6-0045-E62F-1B5EC9A0E80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8788"/>
            <a:ext cx="1219200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759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0625">
            <a:extLst>
              <a:ext uri="{FF2B5EF4-FFF2-40B4-BE49-F238E27FC236}">
                <a16:creationId xmlns:a16="http://schemas.microsoft.com/office/drawing/2014/main" id="{DCF6DF6F-F77B-DA81-8688-2D69C91B290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488"/>
            <a:ext cx="12192000" cy="565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50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0708">
            <a:extLst>
              <a:ext uri="{FF2B5EF4-FFF2-40B4-BE49-F238E27FC236}">
                <a16:creationId xmlns:a16="http://schemas.microsoft.com/office/drawing/2014/main" id="{AF475AF8-8F23-3634-9893-7DB8A0C77EA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0950"/>
            <a:ext cx="12192000" cy="43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65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0738">
            <a:extLst>
              <a:ext uri="{FF2B5EF4-FFF2-40B4-BE49-F238E27FC236}">
                <a16:creationId xmlns:a16="http://schemas.microsoft.com/office/drawing/2014/main" id="{98A704D3-355C-2674-D79F-FD0870E6A44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25"/>
            <a:ext cx="12192000" cy="678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515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2-21 071004">
            <a:extLst>
              <a:ext uri="{FF2B5EF4-FFF2-40B4-BE49-F238E27FC236}">
                <a16:creationId xmlns:a16="http://schemas.microsoft.com/office/drawing/2014/main" id="{6C71C6F4-9FF6-0598-C4F5-BCDAE59B647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25" y="0"/>
            <a:ext cx="10039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418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sayyed maaz</dc:creator>
  <cp:lastModifiedBy>sayyed maaz</cp:lastModifiedBy>
  <cp:revision>1</cp:revision>
  <dcterms:created xsi:type="dcterms:W3CDTF">2026-02-21T01:47:49Z</dcterms:created>
  <dcterms:modified xsi:type="dcterms:W3CDTF">2026-02-21T01:48:32Z</dcterms:modified>
</cp:coreProperties>
</file>